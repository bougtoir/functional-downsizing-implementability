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1. Analytical framework</a:t>
            </a:r>
          </a:p>
        </p:txBody>
      </p:sp>
      <p:pic>
        <p:nvPicPr>
          <p:cNvPr id="3" name="Picture 2" descr="F1_conceptua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04" y="713232"/>
            <a:ext cx="10850285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All labels and source notes are editable; the plotted panel is programmatically generated.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2. Study area and empirical inputs</a:t>
            </a:r>
          </a:p>
        </p:txBody>
      </p:sp>
      <p:pic>
        <p:nvPicPr>
          <p:cNvPr id="3" name="Picture 2" descr="F2_study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86" y="713232"/>
            <a:ext cx="9715122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All labels and source notes are editable; the plotted panel is programmatically generated.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3. Normalized objective across RF and depopulation</a:t>
            </a:r>
          </a:p>
        </p:txBody>
      </p:sp>
      <p:pic>
        <p:nvPicPr>
          <p:cNvPr id="3" name="Picture 2" descr="F3_cost_rf_de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54" y="713232"/>
            <a:ext cx="7967386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All labels and source notes are editable; the plotted panel is programmatically generated.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4. Strategy substitution</a:t>
            </a:r>
          </a:p>
        </p:txBody>
      </p:sp>
      <p:pic>
        <p:nvPicPr>
          <p:cNvPr id="3" name="Picture 2" descr="F4_strategy_substit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713232"/>
            <a:ext cx="10972800" cy="36812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All labels and source notes are editable; the plotted panel is programmatically generated.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5. Functional catchments</a:t>
            </a:r>
          </a:p>
        </p:txBody>
      </p:sp>
      <p:pic>
        <p:nvPicPr>
          <p:cNvPr id="3" name="Picture 2" descr="F5_functional_catch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86" y="713232"/>
            <a:ext cx="9715122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All labels and source notes are editable; the plotted panel is programmatically generated.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6. Normalized-objective reduction</a:t>
            </a:r>
          </a:p>
        </p:txBody>
      </p:sp>
      <p:pic>
        <p:nvPicPr>
          <p:cNvPr id="3" name="Picture 2" descr="F6_normalized_objective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69" y="713232"/>
            <a:ext cx="10918156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All labels and source notes are editable; the plotted panel is programmatically generated.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7. Designed global parameter sensitivity</a:t>
            </a:r>
          </a:p>
        </p:txBody>
      </p:sp>
      <p:pic>
        <p:nvPicPr>
          <p:cNvPr id="3" name="Picture 2" descr="F7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904" y="713232"/>
            <a:ext cx="8317886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All labels and source notes are editable; the plotted panel is programmatically generated.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